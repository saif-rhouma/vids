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035040" y="822960"/>
            <a:ext cx="3840480" cy="384048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645920"/>
            <a:ext cx="2194560" cy="21945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286000"/>
            <a:ext cx="914400" cy="91440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SOFTWARE ENGINEERING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Approach to Building an AI Software Engineering Agent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0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small. Validate. Industrialize. Scale.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agent first, then grow the platform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building a full AI-driven SDLC platform at once, we start with one focused Software Engineer Agent that works on a real repository: it understands the task, inspects code, modifies files, runs tests, analyzes failures and iterates to a validated solution.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325880"/>
            <a:ext cx="3017520" cy="1554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14630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capability is demonstrated and stable, it evolves toward specialized agents, controlled autonomy, orchestration and an AI-assisted SDLC.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097280" cy="10058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45920" y="3291840"/>
            <a:ext cx="10972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55648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3291840"/>
            <a:ext cx="10972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44368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44368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3291840"/>
            <a:ext cx="10972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33088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33088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0" y="3291840"/>
            <a:ext cx="10972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21808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21808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291840"/>
            <a:ext cx="10972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0528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10528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3291840"/>
            <a:ext cx="10972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99248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99248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OBJECTIVE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AI-assisted coding to AI-assisted engineering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modern engineering agent can 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 requirement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34640" y="1783080"/>
            <a:ext cx="365760" cy="365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10128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codebase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relevant files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34640" y="2423160"/>
            <a:ext cx="365760" cy="365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34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and modify code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commands and tests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34640" y="3063240"/>
            <a:ext cx="365760" cy="365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4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310128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failures and fix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365760" cy="365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validation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34640" y="3703320"/>
            <a:ext cx="365760" cy="3657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34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310128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the changes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0" y="1371600"/>
            <a:ext cx="3200400" cy="3017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1500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internal AI Software Engineer Agent that assists developers with real tasks inside controlled technical and security boundaries.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715000" y="3291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 replace developers or automate the whole SDLC, but to prove the agent can reliably complete a bounded task on an existing repository.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VISION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AI-assisted software development lifecycle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0972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0" y="1371600"/>
            <a:ext cx="10972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5564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75564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Architecture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34640" y="1371600"/>
            <a:ext cx="10972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436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0" y="1371600"/>
            <a:ext cx="1097280" cy="11430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3308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13308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1371600"/>
            <a:ext cx="10972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2180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1371600"/>
            <a:ext cx="10972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052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Release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89520" y="1371600"/>
            <a:ext cx="109728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9924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69924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&amp; Improvement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agent ecosystem, joined by an orchestration layer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260604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/ Analysis Agent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200400"/>
            <a:ext cx="260604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Agent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35040" y="3200400"/>
            <a:ext cx="26060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 Agent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260604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Agent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46120" y="3749040"/>
            <a:ext cx="260604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8328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/ Quality Agent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35040" y="3749040"/>
            <a:ext cx="260604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Agent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logical layers, from developer to environment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Developer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325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Requirement, bug, feature, refactor, feedback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303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86BC2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9436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874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Workflow, context, agent selection, state, approval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3035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2423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Analysis, Engineer, Testing, Quality, Documentation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3035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/ models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2971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GPT and others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53035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520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layer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5204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Files, search, Git, terminal, tests, SonarQube, CI/CD, APIs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53035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environment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4069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Repository, branches, Docker, CI/CD, cloud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325880"/>
            <a:ext cx="25603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NOTE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orchestrator is intentionally not part of the initial implementation.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relevant only once several specialized agents and sufficiently complex workflows exist.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1 to 4: build the agent capability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20240" cy="3246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192024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3716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can understand and explore a real codebase.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7889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connection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workspace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list_files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read_file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search_code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execute_command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325880"/>
            <a:ext cx="1920240" cy="3246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325880"/>
            <a:ext cx="192024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1371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13716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functional agent that implements bounded development tasks.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7889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task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and search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source files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changes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write_file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commands and tests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1920240" cy="3246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325880"/>
            <a:ext cx="192024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1371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13716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Loop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a task through several iterations, not one-shot code.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27889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task planning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analysis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correction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 and report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325880"/>
            <a:ext cx="1920240" cy="3246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325880"/>
            <a:ext cx="1920240" cy="6858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1371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13716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Autonomy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safely on real projects in an isolated branch.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7889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status, diff, branch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preparation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test validation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Linting, SonarQube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isolation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3 AND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engineering loop, wrapped in safe controls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887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37160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65376" y="1371600"/>
            <a:ext cx="11887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054096" y="137160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3552" y="1371600"/>
            <a:ext cx="1188720" cy="73152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73552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137160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81728" y="1371600"/>
            <a:ext cx="1188720" cy="73152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1728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failures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870448" y="137160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9904" y="1371600"/>
            <a:ext cx="1188720" cy="73152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9904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278624" y="137160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98080" y="1371600"/>
            <a:ext cx="11887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Run tests &gt; Analyze &gt; Correct until the task reaches a defined validation state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that make it safe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1920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and branches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3108960"/>
            <a:ext cx="1920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9748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validation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108960"/>
            <a:ext cx="1920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validation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3108960"/>
            <a:ext cx="1920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1920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" y="3703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analysis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60320" y="3703320"/>
            <a:ext cx="1920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697480" y="3703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isolation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703320"/>
            <a:ext cx="1920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0600" y="3703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preparation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3703320"/>
            <a:ext cx="1920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03720" y="3703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works in an isolated branch or workspace, never directly on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5 to 7: expand, orchestrate, scale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agents with a clearly defined responsibility once the Engineer Agent has proven value: analysis, testing, review, documentation. No large autonomous system before individual capabilities are validated.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788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orchestrator decides which agent runs, in what order, with what context, when to validate, when to call another agent, when human approval is needed and when to stop.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3108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SDLC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788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0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support every stage from requirements to maintenance, while developers and technical stakeholders keep control of key decisions and approvals.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MATURITY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stages, each with a clear objective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objective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+ tools + agent loop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the technical 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Code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/ Search / Write / Execute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development tasks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Engineering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/ Implement / Test /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engineering loops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Controlled Autonomy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/ Quality / Isolation / Approval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Operate safely on real projects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Specialized Agents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/ Testing / Review / Docs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Expand capabilities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Orchestration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workflows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 engineering activities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AI-Assisted SDLC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capabilities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the complete lifecycle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FIRST STEP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Software Engineer Agent proof of concept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66160" cy="3108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MILESTONE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receives a real development task and independently produces a validated code change in an isolated repository workspace.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11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tasks: add an endpoint, pagination or validation, fix a bug, refactor a service, add unit tests.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criteria, evaluated on real tasks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2103120" cy="8503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8848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121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the change correctly?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737360"/>
            <a:ext cx="2103120" cy="8503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understanding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2121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right files and architecture?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679192"/>
            <a:ext cx="2103120" cy="8503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98848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and interprets tests?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679192"/>
            <a:ext cx="2103120" cy="8503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93408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693408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failures and corrects?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3621024"/>
            <a:ext cx="2103120" cy="8503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98848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protected environments untouched?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3621024"/>
            <a:ext cx="2103120" cy="8503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3408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control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693408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developer review and approve?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validate with real tasks, then scale with confidence.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Software Engineer Agent POC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828800"/>
            <a:ext cx="2194560" cy="219456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2377440"/>
            <a:ext cx="1097280" cy="10972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2026-10-01T10:55:02Z</dcterms:created>
  <dcterms:modified xsi:type="dcterms:W3CDTF">2026-10-01T10:55:02Z</dcterms:modified>
</cp:coreProperties>
</file>