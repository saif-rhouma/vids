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5" userDrawn="1">
          <p15:clr>
            <a:srgbClr val="A4A3A4"/>
          </p15:clr>
        </p15:guide>
        <p15:guide id="2" pos="2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D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>
        <p:guide orient="horz" pos="395"/>
        <p:guide pos="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33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AMÉLIORATIONS</a:t>
            </a:r>
            <a:endParaRPr lang="en-US" sz="11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22860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Améliorations DQR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65760" y="3017520"/>
            <a:ext cx="228600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BD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Quatre chantiers pour fluidifier les affectations, et </a:t>
            </a:r>
            <a:r>
              <a:rPr lang="en-US" sz="1200" dirty="0" err="1">
                <a:solidFill>
                  <a:srgbClr val="D6EBD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l’UX</a:t>
            </a:r>
            <a:r>
              <a:rPr lang="en-US" sz="1200" dirty="0">
                <a:solidFill>
                  <a:srgbClr val="D6EBD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/UI.</a:t>
            </a:r>
            <a:endParaRPr lang="en-US" sz="1200" dirty="0">
              <a:latin typeface="Aptos" panose="020B0004020202020204" pitchFamily="34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329626"/>
              </p:ext>
            </p:extLst>
          </p:nvPr>
        </p:nvGraphicFramePr>
        <p:xfrm>
          <a:off x="3383280" y="457200"/>
          <a:ext cx="5394960" cy="37871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8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Évaluation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Affectation groupée selon choix (X évaluateurs, Y candidats), par import Excel : ID candidat + e-mail évaluateur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Poids et règles de notation configurables par l’administrateur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 d’une note mal attribuée : demande de l’évaluateur, modification par l’administrateur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8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Cadrage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Réassignation de candidats à un autre coach avec historique (ancien vs nouveau coach)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Affectation groupée par import Excel : ID candidat + e-mail coach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8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MEL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Analyser et résoudre le temps d’export (actuellement 5 à 15 minutes)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8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Rôles et droits d’accès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Création d’une banque (ex. : Equity, …)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Bascule d’un coach existant en point focal consortium, depuis l’unité de gestion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18">
            <a:extLst>
              <a:ext uri="{FF2B5EF4-FFF2-40B4-BE49-F238E27FC236}">
                <a16:creationId xmlns:a16="http://schemas.microsoft.com/office/drawing/2014/main" id="{EBC535D4-51D7-A35E-D850-49F440CBF39C}"/>
              </a:ext>
            </a:extLst>
          </p:cNvPr>
          <p:cNvSpPr txBox="1"/>
          <p:nvPr/>
        </p:nvSpPr>
        <p:spPr>
          <a:xfrm>
            <a:off x="84277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>
              <a:solidFill>
                <a:srgbClr val="1E4D3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228600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Module MEL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65760" y="3017519"/>
            <a:ext cx="2286000" cy="579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BD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 données de suivi plus fiables, sans double saisie et sans modification en cours de route.</a:t>
            </a:r>
            <a:endParaRPr lang="en-US" sz="1200" dirty="0">
              <a:latin typeface="Aptos" panose="020B0004020202020204" pitchFamily="34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582947"/>
              </p:ext>
            </p:extLst>
          </p:nvPr>
        </p:nvGraphicFramePr>
        <p:xfrm>
          <a:off x="3383280" y="822960"/>
          <a:ext cx="5394960" cy="165071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8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en charge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Remonter automatiquement le nom du coach en charge de la candidature dans le modèle MEL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 la saisie manuelle et les écarts avec la plateforme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5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8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Formulaire de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 / alerte empêchant sa modification à tout moment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Analyser l’impact sur les dossiers déjà soumis (statut, etc.)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FE6DE3FD-D8E9-292E-0085-BE9EFA9E74B4}"/>
              </a:ext>
            </a:extLst>
          </p:cNvPr>
          <p:cNvGrpSpPr/>
          <p:nvPr/>
        </p:nvGrpSpPr>
        <p:grpSpPr>
          <a:xfrm>
            <a:off x="3383280" y="2926080"/>
            <a:ext cx="5394960" cy="777240"/>
            <a:chOff x="3383280" y="3840480"/>
            <a:chExt cx="5394960" cy="777240"/>
          </a:xfrm>
        </p:grpSpPr>
        <p:sp>
          <p:nvSpPr>
            <p:cNvPr id="8" name="Shape 5"/>
            <p:cNvSpPr/>
            <p:nvPr/>
          </p:nvSpPr>
          <p:spPr>
            <a:xfrm>
              <a:off x="3383280" y="3840480"/>
              <a:ext cx="5394960" cy="777240"/>
            </a:xfrm>
            <a:prstGeom prst="rect">
              <a:avLst/>
            </a:prstGeom>
            <a:solidFill>
              <a:srgbClr val="E9F3EC"/>
            </a:solidFill>
            <a:ln w="12700">
              <a:solidFill>
                <a:srgbClr val="E9F3EC"/>
              </a:solidFill>
              <a:prstDash val="solid"/>
            </a:ln>
          </p:spPr>
          <p:txBody>
            <a:bodyPr/>
            <a:lstStyle/>
            <a:p>
              <a:endParaRPr lang="fr-FR">
                <a:latin typeface="Aptos" panose="020B0004020202020204" pitchFamily="34" charset="0"/>
              </a:endParaRPr>
            </a:p>
          </p:txBody>
        </p:sp>
        <p:sp>
          <p:nvSpPr>
            <p:cNvPr id="9" name="Text 6"/>
            <p:cNvSpPr txBox="1"/>
            <p:nvPr/>
          </p:nvSpPr>
          <p:spPr>
            <a:xfrm>
              <a:off x="3566160" y="3840480"/>
              <a:ext cx="50292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4D35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Résultat attendu : </a:t>
              </a:r>
              <a:r>
                <a:rPr lang="en-US" sz="1200" dirty="0">
                  <a:solidFill>
                    <a:srgbClr val="1F2937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des indicateurs MEL cohérents et comparables sur toute la durée du projet.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</p:grpSp>
      <p:sp>
        <p:nvSpPr>
          <p:cNvPr id="12" name="Text 18">
            <a:extLst>
              <a:ext uri="{FF2B5EF4-FFF2-40B4-BE49-F238E27FC236}">
                <a16:creationId xmlns:a16="http://schemas.microsoft.com/office/drawing/2014/main" id="{F259952B-D682-69E7-770B-304B3456DE16}"/>
              </a:ext>
            </a:extLst>
          </p:cNvPr>
          <p:cNvSpPr txBox="1"/>
          <p:nvPr/>
        </p:nvSpPr>
        <p:spPr>
          <a:xfrm>
            <a:off x="84277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>
              <a:solidFill>
                <a:srgbClr val="1E4D35"/>
              </a:solidFill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B191E28-BFF1-9794-1C70-41109D668878}"/>
              </a:ext>
            </a:extLst>
          </p:cNvPr>
          <p:cNvSpPr txBox="1"/>
          <p:nvPr/>
        </p:nvSpPr>
        <p:spPr>
          <a:xfrm>
            <a:off x="365760" y="502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3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DANS LE CADRE DU PROJET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225</Words>
  <Application>Microsoft Office PowerPoint</Application>
  <PresentationFormat>Affichage à l'écran (16:9)</PresentationFormat>
  <Paragraphs>29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Bech, Ghada</cp:lastModifiedBy>
  <cp:revision>4</cp:revision>
  <dcterms:created xsi:type="dcterms:W3CDTF">2026-09-29T11:25:19Z</dcterms:created>
  <dcterms:modified xsi:type="dcterms:W3CDTF">2026-09-29T11:44:21Z</dcterms:modified>
</cp:coreProperties>
</file>